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1327"/>
    <a:srgbClr val="690039"/>
    <a:srgbClr val="4B2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1"/>
  </p:normalViewPr>
  <p:slideViewPr>
    <p:cSldViewPr snapToGrid="0">
      <p:cViewPr varScale="1">
        <p:scale>
          <a:sx n="147" d="100"/>
          <a:sy n="147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04DA9-5982-254D-BBF9-DC5A66D1A6EE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A1D8D-1F94-C24D-9F87-AC507E9F4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A1D8D-1F94-C24D-9F87-AC507E9F45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5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7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3" y="1709738"/>
            <a:ext cx="10617157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93" y="4589463"/>
            <a:ext cx="106171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1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0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3903"/>
            <a:ext cx="52203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737063"/>
            <a:ext cx="5220335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39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7063"/>
            <a:ext cx="5183188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2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5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6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2226364"/>
            <a:ext cx="3994785" cy="36426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0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0" y="457200"/>
            <a:ext cx="405400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020" y="2250218"/>
            <a:ext cx="4054006" cy="361876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9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5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7240" y="365125"/>
            <a:ext cx="77952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8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D62DB5A-5AA0-4E7E-94AB-AD20F02CA8D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86ECE-EF43-4B07-9DD0-59679471A06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10637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2" y="1825625"/>
            <a:ext cx="10637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2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657AA7F-BE72-4467-897E-7A302F46504F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156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2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2" r:id="rId4"/>
    <p:sldLayoutId id="2147483759" r:id="rId5"/>
    <p:sldLayoutId id="2147483753" r:id="rId6"/>
    <p:sldLayoutId id="2147483754" r:id="rId7"/>
    <p:sldLayoutId id="2147483755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04CF648-5CB3-49E4-BE34-8A059890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9E559C-09DA-4586-86C9-F3C05D9A0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AA7ECE-DB5E-48B2-9EF4-7EEAF123B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2198" y="0"/>
            <a:ext cx="6859801" cy="3429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4F422E-435A-4694-BE6E-B4968E79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2199" y="3427200"/>
            <a:ext cx="3430800" cy="3430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DE9F60-E2BA-44E6-8C5B-A51B1929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200" y="3427200"/>
            <a:ext cx="34308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168F1C9-4999-4AA2-A916-26FD96868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4354" y="3429000"/>
            <a:ext cx="3429000" cy="3429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73DDE-6E90-0CDA-8287-D6995C1D5E60}"/>
              </a:ext>
            </a:extLst>
          </p:cNvPr>
          <p:cNvSpPr/>
          <p:nvPr/>
        </p:nvSpPr>
        <p:spPr>
          <a:xfrm>
            <a:off x="-16951" y="3427200"/>
            <a:ext cx="3433730" cy="343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38C86D-2C42-0E57-E26D-6B093D25865A}"/>
              </a:ext>
            </a:extLst>
          </p:cNvPr>
          <p:cNvSpPr/>
          <p:nvPr/>
        </p:nvSpPr>
        <p:spPr>
          <a:xfrm>
            <a:off x="3412706" y="3427200"/>
            <a:ext cx="3433730" cy="3430800"/>
          </a:xfrm>
          <a:prstGeom prst="rect">
            <a:avLst/>
          </a:prstGeom>
          <a:solidFill>
            <a:srgbClr val="4B2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7F820-460E-C165-87A9-022D5B301329}"/>
              </a:ext>
            </a:extLst>
          </p:cNvPr>
          <p:cNvSpPr/>
          <p:nvPr/>
        </p:nvSpPr>
        <p:spPr>
          <a:xfrm>
            <a:off x="-15597" y="-3600"/>
            <a:ext cx="6873913" cy="3430800"/>
          </a:xfrm>
          <a:prstGeom prst="rect">
            <a:avLst/>
          </a:prstGeom>
          <a:solidFill>
            <a:srgbClr val="481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93968A-86E6-143A-7B52-F8BCC2F66389}"/>
              </a:ext>
            </a:extLst>
          </p:cNvPr>
          <p:cNvSpPr/>
          <p:nvPr/>
        </p:nvSpPr>
        <p:spPr>
          <a:xfrm>
            <a:off x="6814557" y="-4500"/>
            <a:ext cx="5361029" cy="6861600"/>
          </a:xfrm>
          <a:prstGeom prst="rect">
            <a:avLst/>
          </a:prstGeom>
          <a:solidFill>
            <a:srgbClr val="6900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483AD-39B2-44DD-67F1-7638E8113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21" y="91161"/>
            <a:ext cx="6383984" cy="250571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70B0EEC-B16A-D6EE-95A6-A576F2961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734" y="2704045"/>
            <a:ext cx="4308207" cy="548194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An interactive python program that helps medical students practice and make clinical decisions!!</a:t>
            </a:r>
          </a:p>
        </p:txBody>
      </p:sp>
      <p:pic>
        <p:nvPicPr>
          <p:cNvPr id="1026" name="Picture 2" descr="Doctor logo vector silhouette doctor icon on white ...">
            <a:extLst>
              <a:ext uri="{FF2B5EF4-FFF2-40B4-BE49-F238E27FC236}">
                <a16:creationId xmlns:a16="http://schemas.microsoft.com/office/drawing/2014/main" id="{4B739F04-9D7B-5092-6FF3-3D06685EAD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1" t="1847" r="10130" b="8014"/>
          <a:stretch>
            <a:fillRect/>
          </a:stretch>
        </p:blipFill>
        <p:spPr bwMode="auto">
          <a:xfrm>
            <a:off x="5476380" y="5418503"/>
            <a:ext cx="1193994" cy="134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spital building logo Images - Free Download on Freepik">
            <a:extLst>
              <a:ext uri="{FF2B5EF4-FFF2-40B4-BE49-F238E27FC236}">
                <a16:creationId xmlns:a16="http://schemas.microsoft.com/office/drawing/2014/main" id="{65FEC58A-9C33-31E4-A06B-3992C6E6C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3" t="17636" r="8411" b="15301"/>
          <a:stretch>
            <a:fillRect/>
          </a:stretch>
        </p:blipFill>
        <p:spPr bwMode="auto">
          <a:xfrm>
            <a:off x="1572569" y="5439405"/>
            <a:ext cx="1838495" cy="146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30E144-FFC4-62F7-5449-A7C630D84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21" y="2837975"/>
            <a:ext cx="1340653" cy="348122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latin typeface="HeadLineA" pitchFamily="2" charset="-127"/>
                <a:ea typeface="HeadLineA" pitchFamily="2" charset="-127"/>
              </a:rPr>
            </a:br>
            <a:r>
              <a:rPr lang="en-US" sz="1800" dirty="0">
                <a:latin typeface="HeadLineA" pitchFamily="2" charset="-127"/>
                <a:ea typeface="HeadLineA" pitchFamily="2" charset="-127"/>
              </a:rPr>
              <a:t>By: Ryan Azadi</a:t>
            </a:r>
          </a:p>
        </p:txBody>
      </p:sp>
      <p:pic>
        <p:nvPicPr>
          <p:cNvPr id="20" name="Picture 19" descr="A person reading a book&#10;&#10;AI-generated content may be incorrect.">
            <a:extLst>
              <a:ext uri="{FF2B5EF4-FFF2-40B4-BE49-F238E27FC236}">
                <a16:creationId xmlns:a16="http://schemas.microsoft.com/office/drawing/2014/main" id="{552F67EC-8042-AFF3-8989-BBBC94E6C35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l="26" r="1"/>
          <a:stretch>
            <a:fillRect/>
          </a:stretch>
        </p:blipFill>
        <p:spPr>
          <a:xfrm>
            <a:off x="6814557" y="-30120"/>
            <a:ext cx="5362507" cy="28702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FEEB224-5F90-9539-678A-12672A8D8E42}"/>
              </a:ext>
            </a:extLst>
          </p:cNvPr>
          <p:cNvSpPr/>
          <p:nvPr/>
        </p:nvSpPr>
        <p:spPr>
          <a:xfrm>
            <a:off x="7780001" y="1455406"/>
            <a:ext cx="3687980" cy="1396692"/>
          </a:xfrm>
          <a:prstGeom prst="rect">
            <a:avLst/>
          </a:prstGeom>
          <a:solidFill>
            <a:srgbClr val="6900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1FCF0D-EC45-BF19-8A9A-50DD9DB0F76F}"/>
              </a:ext>
            </a:extLst>
          </p:cNvPr>
          <p:cNvSpPr txBox="1"/>
          <p:nvPr/>
        </p:nvSpPr>
        <p:spPr>
          <a:xfrm>
            <a:off x="7796415" y="1571811"/>
            <a:ext cx="3687980" cy="1314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Having Trouble Memorizing?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28DFA-2E43-DDA1-E236-FEC3A07DDAB5}"/>
              </a:ext>
            </a:extLst>
          </p:cNvPr>
          <p:cNvSpPr txBox="1"/>
          <p:nvPr/>
        </p:nvSpPr>
        <p:spPr>
          <a:xfrm>
            <a:off x="6903667" y="2947228"/>
            <a:ext cx="4937803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MiniMed will put your through a clinical scenario by presenting a question with different possible options (most of medical school is gaining clinical experience)</a:t>
            </a:r>
          </a:p>
        </p:txBody>
      </p:sp>
      <p:pic>
        <p:nvPicPr>
          <p:cNvPr id="29" name="Picture 28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78CD732B-5729-5D8B-8EA6-EDD4367FE6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8939" y="3544738"/>
            <a:ext cx="3635525" cy="1072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7BAC88-FBD4-905F-6A2A-5108FEA57766}"/>
              </a:ext>
            </a:extLst>
          </p:cNvPr>
          <p:cNvSpPr txBox="1"/>
          <p:nvPr/>
        </p:nvSpPr>
        <p:spPr>
          <a:xfrm>
            <a:off x="6903667" y="4654420"/>
            <a:ext cx="4937803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ts val="13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en-US" dirty="0"/>
              <a:t>It then builds on your choice and gives other possible options from the step you are on to get you to a conclusion</a:t>
            </a:r>
          </a:p>
        </p:txBody>
      </p:sp>
      <p:pic>
        <p:nvPicPr>
          <p:cNvPr id="35" name="Picture 3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ABF2C621-CD6A-D6A6-E2D2-A4897366C9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5382" y="5106607"/>
            <a:ext cx="2763489" cy="163817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17B45D6-C5FD-C7F9-2E20-D57F34BBCE8F}"/>
              </a:ext>
            </a:extLst>
          </p:cNvPr>
          <p:cNvSpPr txBox="1"/>
          <p:nvPr/>
        </p:nvSpPr>
        <p:spPr>
          <a:xfrm>
            <a:off x="887536" y="3534372"/>
            <a:ext cx="1494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What It Does </a:t>
            </a:r>
            <a:endParaRPr lang="en-US" dirty="0"/>
          </a:p>
        </p:txBody>
      </p:sp>
      <p:sp>
        <p:nvSpPr>
          <p:cNvPr id="41" name="Rectangle 1">
            <a:extLst>
              <a:ext uri="{FF2B5EF4-FFF2-40B4-BE49-F238E27FC236}">
                <a16:creationId xmlns:a16="http://schemas.microsoft.com/office/drawing/2014/main" id="{E8B86AA5-F62F-0CA6-5C49-EEC2774DC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2007" y="4010876"/>
            <a:ext cx="3519338" cy="33902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This program simply: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285750" indent="-285750"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Presents patient cases </a:t>
            </a:r>
          </a:p>
          <a:p>
            <a:pPr marL="285750" indent="-285750"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Allows users to make clinical decisions </a:t>
            </a:r>
          </a:p>
          <a:p>
            <a:pPr marL="285750" indent="-285750"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Gives feedback on choices </a:t>
            </a:r>
          </a:p>
          <a:p>
            <a:pPr marL="285750" indent="-285750"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Tracks score </a:t>
            </a:r>
          </a:p>
          <a:p>
            <a:pPr marL="285750" indent="-285750" algn="l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Includes diagnosis step</a:t>
            </a: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D3834659-06A4-AC40-0B43-2250B923F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709" y="4001156"/>
            <a:ext cx="3415934" cy="23391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  <a:defRPr sz="1400">
                <a:latin typeface="Arial" panose="020B0604020202020204" pitchFamily="34" charset="0"/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altLang="en-US" dirty="0"/>
              <a:t>My sister is a medical student and she told me that at a certain point its not just studying terms, its going through and experience clinical scenarios, so this program:</a:t>
            </a:r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Helps students move beyond </a:t>
            </a:r>
          </a:p>
          <a:p>
            <a:r>
              <a:rPr lang="en-US" altLang="en-US" dirty="0"/>
              <a:t>      memorization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Activates real clinical-like</a:t>
            </a:r>
          </a:p>
          <a:p>
            <a:r>
              <a:rPr lang="en-US" altLang="en-US" dirty="0"/>
              <a:t>      thinking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Builds decision making  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F44BAF-1DD2-55C5-1809-23F21BB74217}"/>
              </a:ext>
            </a:extLst>
          </p:cNvPr>
          <p:cNvSpPr txBox="1"/>
          <p:nvPr/>
        </p:nvSpPr>
        <p:spPr>
          <a:xfrm>
            <a:off x="4091514" y="3534372"/>
            <a:ext cx="1591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Why It </a:t>
            </a:r>
            <a:r>
              <a:rPr lang="en-US" dirty="0"/>
              <a:t>Matters</a:t>
            </a:r>
            <a:r>
              <a:rPr lang="en-US" sz="1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93360"/>
      </p:ext>
    </p:extLst>
  </p:cSld>
  <p:clrMapOvr>
    <a:masterClrMapping/>
  </p:clrMapOvr>
</p:sld>
</file>

<file path=ppt/theme/theme1.xml><?xml version="1.0" encoding="utf-8"?>
<a:theme xmlns:a="http://schemas.openxmlformats.org/drawingml/2006/main" name="CelebrationVTI">
  <a:themeElements>
    <a:clrScheme name="Custom 25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1274F"/>
      </a:accent1>
      <a:accent2>
        <a:srgbClr val="97446E"/>
      </a:accent2>
      <a:accent3>
        <a:srgbClr val="24BEEE"/>
      </a:accent3>
      <a:accent4>
        <a:srgbClr val="A52B3A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brationVTI" id="{BAD6E4D6-FB5F-472A-BAD2-154760D77BE0}" vid="{59D360FE-6438-46F1-A5A6-11415132A2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71</TotalTime>
  <Words>149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HeadLineA</vt:lpstr>
      <vt:lpstr>Aptos</vt:lpstr>
      <vt:lpstr>Arial</vt:lpstr>
      <vt:lpstr>Calibri</vt:lpstr>
      <vt:lpstr>Gill Sans Nova</vt:lpstr>
      <vt:lpstr>CelebrationVTI</vt:lpstr>
      <vt:lpstr> By: Ryan Azadi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Azadi</dc:creator>
  <cp:lastModifiedBy>Ryan Azadi</cp:lastModifiedBy>
  <cp:revision>1</cp:revision>
  <dcterms:created xsi:type="dcterms:W3CDTF">2026-05-02T02:17:19Z</dcterms:created>
  <dcterms:modified xsi:type="dcterms:W3CDTF">2026-05-02T03:28:29Z</dcterms:modified>
</cp:coreProperties>
</file>